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2761"/>
                </a:solidFill>
              </a:defRPr>
            </a:pPr>
            <a:r>
              <a:t>2024 Annual Business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Q4 2024 Performance Summary  •  Prepared by: Executive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9696"/>
                </a:solidFill>
              </a:defRPr>
            </a:pPr>
            <a:r>
              <a:t>FY2024  •  © 2024 Acme Corporation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2024 Key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28090"/>
                </a:solidFill>
              </a:defRPr>
            </a:pPr>
            <a:r>
              <a:t>$18.5M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2024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82880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28090"/>
                </a:solidFill>
              </a:defRPr>
            </a:pPr>
            <a:r>
              <a:t>42%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3017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2024 Growth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82880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28090"/>
                </a:solidFill>
              </a:defRPr>
            </a:pPr>
            <a:r>
              <a:t>1,250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017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2024 New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787878"/>
                </a:solidFill>
              </a:defRPr>
            </a:pPr>
            <a:r>
              <a:t>All metrics represent full-year 2024 performance through December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2024 Quarterly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Q1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645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Jan - Mar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645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$4.2M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Q2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743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Apr - Jun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743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$4.5M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Q3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404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Jul - Sep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8404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$4.8M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937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Q4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937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Oct - Dec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937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$5.0M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Team &amp; 2025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400"/>
            </a:pPr>
            <a:r>
              <a:t>Leadership Team:</a:t>
            </a:r>
          </a:p>
          <a:p/>
          <a:p>
            <a:r>
              <a:t>CEO: Sarah Johnson</a:t>
            </a:r>
          </a:p>
          <a:p>
            <a:r>
              <a:t>CFO: Michael Chen</a:t>
            </a:r>
          </a:p>
          <a:p>
            <a:r>
              <a:t>COO: Emily Rodriguez</a:t>
            </a:r>
          </a:p>
          <a:p/>
          <a:p>
            <a:r>
              <a:t>Version 3.2 - Updated Dec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3200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400"/>
            </a:pPr>
            <a:r>
              <a:t>2025 Strategic Priorities:</a:t>
            </a:r>
          </a:p>
          <a:p/>
          <a:p>
            <a:r>
              <a:t>• Market expansion</a:t>
            </a:r>
          </a:p>
          <a:p>
            <a:r>
              <a:t>• Product innovation</a:t>
            </a:r>
          </a:p>
          <a:p>
            <a:r>
              <a:t>• Customer retention</a:t>
            </a:r>
          </a:p>
          <a:p>
            <a:r>
              <a:t>• Operational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69696"/>
                </a:solidFill>
              </a:defRPr>
            </a:pPr>
            <a:r>
              <a:t>© 2024 Acme Corporation  •  Confidential  •  Board Meeting - January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